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4912" y="1484114"/>
            <a:ext cx="155417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821149" y="2185095"/>
            <a:ext cx="550155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de Pastas e Organização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30357" y="2901255"/>
            <a:ext cx="18831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de Pesquisa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212830" y="3472755"/>
            <a:ext cx="7183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Março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 GitHub?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online para guardar código e projetos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controlo de versões colaborativo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trabalhar em equipa de forma organizada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Hospeda repositórios em "nuvem"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Oferece ferramentas extras: issues, pull requests, wikis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 Git?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controlo de versões distribuído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o histórico de todas as alterações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voltar atrás para versões anteriores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programador tem cópia completa do projeto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no computador (linha de comandos)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01961"/>
            <a:ext cx="7924800" cy="129525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97212"/>
            <a:ext cx="7924800" cy="129525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Diferença: Git vs GitHub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7067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179141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 local de controlo de versões. Funciona no teu computador.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002012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474393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 online que hospeda repositórios Git com colaboração e web.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um Repositório?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repositório é uma "pasta de projeto" que guarda: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0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ficheiros do projeto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completo de alterações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Metadados sobre quem mudou o quê e quando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 (versões paralelas do código)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Criar Pastas no GitHub?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Clica em "Add file" → "Create new file"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nome escreve: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nome-da-pasta/ficheiro.txt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barra "/" cria a pasta automaticamente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src/app.js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cria pasta "src"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 "Commit changes" para gravar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Organização de Projeto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📁 projeto-website/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558082"/>
            <a:ext cx="777240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├── README.md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866602"/>
            <a:ext cx="777240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├── index.html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175123"/>
            <a:ext cx="777240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├── 📁 src/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19200" y="2483644"/>
            <a:ext cx="7461504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│ ├── app.js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19200" y="2792164"/>
            <a:ext cx="7461504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│ └── styles.css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100685"/>
            <a:ext cx="777240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└── 📁 assets/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19200" y="3409206"/>
            <a:ext cx="7461504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└── logo.png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um Commit?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= "fotografia" do estado do projeto num momento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072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o progresso de forma controlada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 mensagem explicativa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histórico de versões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voltar a versões anteriores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quem mudou o quê e porquê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são Branches?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= linha de desenvolvimento independente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0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trabalhar sem mexer na versão principal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Útil para novas funcionalidades ou testes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pode-se unir (merge) com a branch main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main, develop, feature-login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Serve README.md?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ficheiro que as pessoas leem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Descreve: o que faz, como instalar, como usar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 requisitos, autor e licenças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Escrito em formato Markdown (.md)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Essencial para documentar o projeto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01961"/>
            <a:ext cx="7924800" cy="129525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97212"/>
            <a:ext cx="7924800" cy="129525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Repositórios: Público vs Privado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7067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179141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Qualquer pessoa vê o código. Open source ou portfolio.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002012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Privado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474393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tu e convidados. Projeto escolar ou confidencial.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Vantagens e 1 Desvantagem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4019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Vantagens: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072"/>
            <a:ext cx="76200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Colaboração fácil com branches e pull requests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e backup na nuvem seguro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601813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E24C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Desvantagem: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917924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 Internet para funcionar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46100" y="1985070"/>
            <a:ext cx="2851651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Prática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518083" y="2838450"/>
            <a:ext cx="410783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Criar e Organizar um Repositório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1: Criar Repositório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em github.com e faz login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Clica no botão "+" (canto superior direito)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"New repository"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Nome: exemplo "trabalho-github-escola"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Public ou Private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Clica "Create repository"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2: Criar Pastas (Mínimo 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Clica "Add file" → "Create new file"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Nome: docs/teorica.md (cria pasta "docs")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 conteúdo: "Parte teórica"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"Commit changes"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Repete para 2ª pasta: codigo/exemplo.txt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3: Adicionar Ficheiros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Opção A: Criar novo ficheiro (Create new file)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Opção B: Upload de ficheiros do PC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Escreve/cola conteúdo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"Commit changes" com mensagem clara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"Adiciona ficheiros de exemplo"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4: Fazer 1 Commit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alteração no GitHub é um commit.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Garante pelo menos 1 commit bem identificado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clara: "Adiciona pastas e ficheiros"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Clica "Commit changes"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 registado no histórico do projeto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5: Criar README.md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"Add file" → "Create new file"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Nome: README.md (exatamente assim)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 título: # Trabalho GitHub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 do projeto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está organizado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"Commit changes"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6: Partilhar com Professor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 URL do repositório (barra de endereços)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https://github.com/usuario/trabalho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Público: apenas envia link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Privado: Settings → Add Collaborators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Convida o professor pelo username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2064" y="906810"/>
            <a:ext cx="18398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500759" y="1607790"/>
            <a:ext cx="4447282" cy="2628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GitHub = plataforma online de controlo de versões</a:t>
            </a:r>
            <a:endParaRPr lang="en-US" sz="15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Git = ferramenta local</a:t>
            </a:r>
            <a:endParaRPr lang="en-US" sz="15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Repositório = pasta do projeto com histórico</a:t>
            </a:r>
            <a:endParaRPr lang="en-US" sz="15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Organiza em pastas para melhor estrutura</a:t>
            </a:r>
            <a:endParaRPr lang="en-US" sz="15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Commit = guarda "fotografia" de mudanças</a:t>
            </a:r>
            <a:endParaRPr lang="en-US" sz="15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README.md = documenta o projeto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8057" y="1739354"/>
            <a:ext cx="222788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5921" y="2592735"/>
            <a:ext cx="97215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63900" y="3217515"/>
            <a:ext cx="26160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Trabalho de Pesquisa - Março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2026-03-24T14:46:19Z</dcterms:created>
  <dcterms:modified xsi:type="dcterms:W3CDTF">2026-03-24T14:46:19Z</dcterms:modified>
</cp:coreProperties>
</file>